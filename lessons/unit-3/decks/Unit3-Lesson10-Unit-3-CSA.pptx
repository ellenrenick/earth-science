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 A GLANCE: Summative day: Unit 3 CSA (13 questions; 11 self-graded, 2 teacher-graded free responses).
MATERIALS: Chromebooks; scratch paper.
AGENDA (minutes):
5: Directions; students open the CSA.
40: CSA.
5: Notebook reflection.
Teacher page: https://kernhigh.instructure.com/courses/300209/pages/teacher-unit-3-lesson-10-day-50-unit-3-csa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KEY:
CSA key and rubrics: see assessments/unit-3-csa-mastery-connect.md in the course repo.
TEACHING NOTES:
- Score Q5 and Q13 with the rubrics; record per-target scores in the U3 tab of the Learning Target Tracker (CSA columns).
- Students under 1.8 on a target get an intervention pick in the tracker.
SUPPORTS: Extended time and read-aloud per IEP/504. Small-group setting as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kernhigh.instructure.com/courses/300209/pages/unit-3-lesson-10-day-50-unit-3-csa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kernhigh.instructure.com/courses/300209/pages/unit-3-lesson-10-day-50-unit-3-csa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kernhigh.instructure.com/courses/300209/pages/unit-3-lesson-10-day-50-unit-3-csa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kernhigh.instructure.com/courses/300209/pages/unit-3-lesson-10-day-50-unit-3-csa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kernhigh.instructure.com/courses/300209/pages/unit-3-lesson-10-day-50-unit-3-csa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36815" y="1051560"/>
            <a:ext cx="4754880" cy="4754880"/>
          </a:xfrm>
          <a:prstGeom prst="ellipse">
            <a:avLst/>
          </a:prstGeom>
          <a:solidFill>
            <a:srgbClr val="57534E"/>
          </a:solidFill>
          <a:ln w="12700">
            <a:solidFill>
              <a:srgbClr val="5753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69657" y="1384402"/>
            <a:ext cx="4089197" cy="4089197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25535" y="2240280"/>
            <a:ext cx="2377440" cy="237744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43670" y="2858414"/>
            <a:ext cx="1141171" cy="1141171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18872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 · LESSON 10 · DAY 50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37360"/>
            <a:ext cx="6583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3 CSA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7E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 question: </a:t>
            </a:r>
            <a:pPr indent="0" marL="0">
              <a:buNone/>
            </a:pPr>
            <a:r>
              <a:rPr lang="en-US" sz="1800" i="1" dirty="0">
                <a:solidFill>
                  <a:srgbClr val="E7E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inside Earth, and why does it move?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5120640"/>
            <a:ext cx="3291840" cy="594360"/>
          </a:xfrm>
          <a:prstGeom prst="roundRect">
            <a:avLst>
              <a:gd name="adj" fmla="val 15385"/>
            </a:avLst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51206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the lesson webpage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57534E"/>
          </a:solidFill>
          <a:ln w="12700">
            <a:solidFill>
              <a:srgbClr val="5753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3844" y="419252"/>
            <a:ext cx="432511" cy="432511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4370" y="509778"/>
            <a:ext cx="251460" cy="25146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9750" y="575158"/>
            <a:ext cx="120701" cy="120701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274320"/>
            <a:ext cx="104086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Notebook setup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 · Lesson 10 · Day 50   </a:t>
            </a:r>
            <a:pPr algn="r" indent="0" marL="0">
              <a:buNone/>
            </a:pPr>
            <a:r>
              <a:rPr lang="en-US" sz="1100" u="sng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the lesson webpage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280160"/>
            <a:ext cx="789401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Title:</a:t>
            </a:r>
            <a:pPr indent="0" marL="0">
              <a:buNone/>
            </a:pPr>
            <a:r>
              <a:rPr lang="en-US" sz="22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L10 CSA reflection. Add it to your table of contents.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test: rate yourself on all 5 targets one last time. Which target improved the most since Day 37?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8808415" y="1463040"/>
            <a:ext cx="2834640" cy="3291840"/>
          </a:xfrm>
          <a:prstGeom prst="roundRect">
            <a:avLst>
              <a:gd name="adj" fmla="val 3871"/>
            </a:avLst>
          </a:prstGeom>
          <a:solidFill>
            <a:srgbClr val="FEF3E2"/>
          </a:solidFill>
          <a:ln w="12700">
            <a:solidFill>
              <a:srgbClr val="FEF3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037015" y="1691640"/>
            <a:ext cx="2377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notebook is your answer sheet.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date, and a table of contents entry on every page. Keep it neat; your teacher will check it.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57534E"/>
          </a:solidFill>
          <a:ln w="12700">
            <a:solidFill>
              <a:srgbClr val="5753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3844" y="419252"/>
            <a:ext cx="432511" cy="432511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4370" y="509778"/>
            <a:ext cx="251460" cy="25146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9750" y="575158"/>
            <a:ext cx="120701" cy="120701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274320"/>
            <a:ext cx="104086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Before you start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 · Lesson 10 · Day 50   </a:t>
            </a:r>
            <a:pPr algn="r" indent="0" marL="0">
              <a:buNone/>
            </a:pPr>
            <a:r>
              <a:rPr lang="en-US" sz="1100" u="sng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the lesson webpage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11094415" cy="4480560"/>
          </a:xfrm>
          <a:prstGeom prst="roundRect">
            <a:avLst>
              <a:gd name="adj" fmla="val 3061"/>
            </a:avLst>
          </a:prstGeom>
          <a:solidFill>
            <a:srgbClr val="FEF3E2"/>
          </a:solidFill>
          <a:ln w="12700">
            <a:solidFill>
              <a:srgbClr val="FEF3E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1783080"/>
            <a:ext cx="1188720" cy="118872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17830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2514600" y="1783080"/>
            <a:ext cx="8716975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30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your desk except for your Chromebook and a pencil. You may sketch on scratch paper. Read every question twice. Questions 5 and 13 need written answers: use claim, evidence, and reasoning.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57534E"/>
          </a:solidFill>
          <a:ln w="12700">
            <a:solidFill>
              <a:srgbClr val="5753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3844" y="419252"/>
            <a:ext cx="432511" cy="432511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4370" y="509778"/>
            <a:ext cx="251460" cy="25146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9750" y="575158"/>
            <a:ext cx="120701" cy="120701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274320"/>
            <a:ext cx="104086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Unit 3 CSA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 · Lesson 10 · Day 50   </a:t>
            </a:r>
            <a:pPr algn="r" indent="0" marL="0">
              <a:buNone/>
            </a:pPr>
            <a:r>
              <a:rPr lang="en-US" sz="1100" u="sng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the lesson webpage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234440"/>
            <a:ext cx="11094415" cy="1018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24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pPr indent="0" marL="0">
              <a:buNone/>
            </a:pPr>
            <a:r>
              <a:rPr lang="en-US" sz="240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Unit 3 CSA: Forces Beneath Our Feet (HS-ESS2-3)</a:t>
            </a:r>
            <a:pPr indent="0" marL="0">
              <a:buNone/>
            </a:pPr>
            <a:r>
              <a:rPr lang="en-US" sz="24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Canvas.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57534E"/>
          </a:solidFill>
          <a:ln w="12700">
            <a:solidFill>
              <a:srgbClr val="5753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3844" y="419252"/>
            <a:ext cx="432511" cy="432511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4370" y="509778"/>
            <a:ext cx="251460" cy="25146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9750" y="575158"/>
            <a:ext cx="120701" cy="120701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274320"/>
            <a:ext cx="104086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When you finish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 · Lesson 10 · Day 50   </a:t>
            </a:r>
            <a:pPr algn="r" indent="0" marL="0">
              <a:buNone/>
            </a:pPr>
            <a:r>
              <a:rPr lang="en-US" sz="1100" u="sng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the lesson webpage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234440"/>
            <a:ext cx="11094415" cy="1018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24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your notebook reflection. Then work quietly on your review or extension assignment from the practice test, or a Gizmo.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3 Lesson 10: Unit 3 CSA</dc:title>
  <dc:subject>PptxGenJS Presentation</dc:subject>
  <dc:creator>PptxGenJS</dc:creator>
  <cp:lastModifiedBy>PptxGenJS</cp:lastModifiedBy>
  <cp:revision>1</cp:revision>
  <dcterms:created xsi:type="dcterms:W3CDTF">2026-10-01T20:16:15Z</dcterms:created>
  <dcterms:modified xsi:type="dcterms:W3CDTF">2026-10-01T20:16:15Z</dcterms:modified>
</cp:coreProperties>
</file>