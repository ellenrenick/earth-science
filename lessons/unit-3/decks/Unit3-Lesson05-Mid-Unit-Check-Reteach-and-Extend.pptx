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A GLANCE: Mid-unit check (per the course support plan): use CFA 3.1-3.3 results to split the room into a reteach group and an extension group.
MATERIALS: CFA 3.1-3.3 results (Canvas gradebook or the U3 tab of the Learning Target Tracker); small whiteboards; Slinky; extra Shadow Zone Maps; Chromebooks.
AGENDA (minutes):
10: Do Now and self-rating. Pull up scores; quickly confirm group lists.
35: Reteach table: work Reviews 3.1-3.3 with students, focusing on the target each one missed. Extension table: the solid-core thought experiment.
5: Exit ticket.
Teacher page: https://kernhigh.instructure.com/courses/300209/pages/teacher-unit-3-lesson-5-day-43-mid-unit-check-reteach-and-extend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KEY:
Extension: With a solid outer core, S-waves would pass through, so there would be no 'P-only' (yellow) zone. P-waves (and S-waves) would still bend at the boundary because the core is denser, so a smaller shadow zone could still appear. Evidence of a solid core: S-waves arriving on the far side of the planet.
TEACHING NOTES:
- The Mastery Paths already opened the right review for each student. Students who got a review should finish it today; mark it complete in SpeedGrader.
- Re-check: have reteach students redo 2-3 questions orally or on whiteboards. Record re-check scores in the tracker's Re-check column.
- Most-missed items to reteach (predict): S-waves vs liquids (3.1), reading the yellow zone as 'liquid' (3.2), the inner core being solid (3.3).
SUPPORTS: Keep reteach groups to 4-6. Use the 'Try it' checks on the review pages as warm-ups.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5-day-43-mid-unit-check-reteach-and-exten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5-day-43-mid-unit-check-reteach-and-exten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5-day-43-mid-unit-check-reteach-and-exten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5-day-43-mid-unit-check-reteach-and-exten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5-day-43-mid-unit-check-reteach-and-exten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5-day-43-mid-unit-check-reteach-and-exten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kernhigh.instructure.com/courses/300209/pages/unit-3-lesson-5-day-43-mid-unit-check-reteach-and-exten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36815" y="1051560"/>
            <a:ext cx="4754880" cy="475488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69657" y="1384402"/>
            <a:ext cx="4089197" cy="4089197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25535" y="2240280"/>
            <a:ext cx="2377440" cy="23774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43670" y="2858414"/>
            <a:ext cx="1141171" cy="114117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1887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5 · DAY 43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Mid-Unit Check: Reteach and Extend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question: </a:t>
            </a:r>
            <a:pPr indent="0" marL="0">
              <a:buNone/>
            </a:pPr>
            <a:r>
              <a:rPr lang="en-US" sz="1800" i="1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inside Earth, and why does it move?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5120640"/>
            <a:ext cx="3291840" cy="594360"/>
          </a:xfrm>
          <a:prstGeom prst="roundRect">
            <a:avLst>
              <a:gd name="adj" fmla="val 15385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5120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setup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5 · Day 43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80160"/>
            <a:ext cx="789401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</a:t>
            </a:r>
            <a:pPr indent="0" marL="0">
              <a:buNone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L5 Mid-Unit Check. Add it to your table of contents.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your Unit 3 targets page. Rate yourself 1-4 on targets 3.1, 3.2, and 3.3, using your CFA scores.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station you are assigned to and what you worked on.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22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with the exit ticket (Slide 5).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808415" y="1463040"/>
            <a:ext cx="2834640" cy="3291840"/>
          </a:xfrm>
          <a:prstGeom prst="roundRect">
            <a:avLst>
              <a:gd name="adj" fmla="val 3871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037015" y="169164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notebook is your answer sheet.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date, and a table of contents entry on every page. Keep it neat; your teacher will check it.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Do Now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5 · Day 43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1094415" cy="4480560"/>
          </a:xfrm>
          <a:prstGeom prst="roundRect">
            <a:avLst>
              <a:gd name="adj" fmla="val 3061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783080"/>
            <a:ext cx="1188720" cy="11887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17830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871697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3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Canvas and look at your scores on CFAs 3.1, 3.2, and 3.3. Rate yourself on each target on your targets page.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Learning targets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5 · Day 43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531620"/>
            <a:ext cx="868680" cy="8686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5316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1325880"/>
            <a:ext cx="93113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describe how P-waves and S-waves travel differently through solids and liquids.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040380"/>
            <a:ext cx="868680" cy="8686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0403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2834640"/>
            <a:ext cx="93113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seismic wave data, including the shadow zone, to identify Earth's layers and which one is liquid.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549140"/>
            <a:ext cx="868680" cy="8686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5491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4343400"/>
            <a:ext cx="93113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describe Earth's layers by composition, density, temperature, and state (solid or liquid).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Where do I go?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5 · Day 43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34440"/>
            <a:ext cx="11094415" cy="1898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review opened for you on Canvas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(Review 3.1, 3.2, or 3.3): go to the</a:t>
            </a:r>
            <a:pPr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reteach table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work through it. Your teacher will work with you.</a:t>
            </a:r>
            <a:endParaRPr lang="en-US" sz="24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review opened: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 to the</a:t>
            </a:r>
            <a:pPr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extension table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(Slide 4).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Extension table: Design an Earth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5 · Day 43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34440"/>
            <a:ext cx="11094415" cy="3660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planet that is the same as Earth, except its outer core is</a:t>
            </a:r>
            <a:pPr indent="0" marL="0">
              <a:buNone/>
            </a:pPr>
            <a:r>
              <a:rPr lang="en-US" sz="2400" b="1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solid</a:t>
            </a:r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what the shadow zone map would look like for this planet. Would there still be a shadow zone? Would yellow stations still exist?</a:t>
            </a:r>
            <a:endParaRPr lang="en-US" sz="24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a scientist on that planet would know the core is solid.</a:t>
            </a:r>
            <a:endParaRPr lang="en-US" sz="24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Earthquakes 1 - Recording Station Gizmo if you finish.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844" y="419252"/>
            <a:ext cx="432511" cy="432511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370" y="509778"/>
            <a:ext cx="251460" cy="2514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750" y="575158"/>
            <a:ext cx="120701" cy="120701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7432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Exit ticket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Lesson 5 · Day 43   </a:t>
            </a:r>
            <a:pPr algn="r" indent="0" marL="0">
              <a:buNone/>
            </a:pPr>
            <a:r>
              <a:rPr lang="en-US" sz="1100" u="sng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lesson webpage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1094415" cy="4480560"/>
          </a:xfrm>
          <a:prstGeom prst="roundRect">
            <a:avLst>
              <a:gd name="adj" fmla="val 3061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783080"/>
            <a:ext cx="1188720" cy="11887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17830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871697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30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target (3.1, 3.2, or 3.3) do you feel best about? Which one do you still need help with? Why?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Lesson 5: Mid-Unit Check: Reteach and Extend</dc:title>
  <dc:subject>PptxGenJS Presentation</dc:subject>
  <dc:creator>PptxGenJS</dc:creator>
  <cp:lastModifiedBy>PptxGenJS</cp:lastModifiedBy>
  <cp:revision>1</cp:revision>
  <dcterms:created xsi:type="dcterms:W3CDTF">2026-10-01T20:16:15Z</dcterms:created>
  <dcterms:modified xsi:type="dcterms:W3CDTF">2026-10-01T20:16:15Z</dcterms:modified>
</cp:coreProperties>
</file>