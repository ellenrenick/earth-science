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Two days. Day 38: Slinky demo and comparison chart. Day 39: textbook reading + questions, then CFA 3.1 (Mastery Path opens Review 3.1 for scores under 67.5%).
MATERIALS: Metal or plastic Slinkys (1 per pair, or a few for demo stations); open floor or long tables; textbooks (Module 15, Lesson 2, pp. 399-403); Chromebooks for CFA 3.1.
AGENDA (minutes):
Day 38: 5: Do Now. Answer: no, people closer feel it first, because waves take time to travel.
10: Teacher Slinky demo: P-wave push, S-wave shake. Students describe motion in their own words.
15: Pairs try both waves. Race: P-wave arrives first.
15: Comparison chart and notebook drawings. Introduce 'S-waves Stop at liquids' with the 'liquid can't spring back' explanation.
5: Exit: show P or S with your hand (push vs side-to-side) as you call out descriptions.
Day 39: 5: Review the chart with hand gestures.
25: Reading pp. 399-403 with questions; read aloud the first section together.
15: CFA 3.1 on Canvas.
5: Students who finish early: start the Earthquakes 1 - Recording Station Gizmo (optional).
Teacher page: https://kernhigh.instructure.com/courses/300209/pages/teacher-unit-3-lesson-2-days-38-39-seismic-waves-p-waves-vs-s-waves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Chart: P = push-pull / squeeze-stretch, faster, solids yes, liquids yes. S = side to side, slower, solids yes, liquids no.
Reading: (1) An instrument that records ground shaking from seismic waves. (2) The P-wave, because it is the fastest. (3) It stops; S-waves cannot travel through liquid. (4) The layers have different materials, densities, and states (solid or liquid), which changes how fast waves travel and bends their paths.
CFA 3.1 key: A, B, C, D, False.
TEACHING NOTES:
- P-waves are compressional (longitudinal); S-waves are shear (transverse). In the crust, P-waves travel about 6 km/s, S-waves about 3.5 km/s.
- P-waves slow down and bend when they enter the liquid outer core; they do not stop. Watch for students who think P-waves stop in liquid.
- In a Slinky, you can't truly show the liquid case. Use the 'liquid can't spring back' explanation, or a tray of water: pushing it makes ripples spread, but side-to-side 'shear' just slides the water.
SUPPORTS: Gestures for each wave. Partner reading for pp. 399-403. Students who score under 67.5% on CFA 3.1 get Review 3.1 automatically; check it before Lesson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2-days-38-39-seismic-waves-p-waves-vs-s-wav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2-days-38-39-seismic-waves-p-waves-vs-s-wav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2-days-38-39-seismic-waves-p-waves-vs-s-wav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2-days-38-39-seismic-waves-p-waves-vs-s-wav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2-days-38-39-seismic-waves-p-waves-vs-s-wav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2-days-38-39-seismic-waves-p-waves-vs-s-wav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2-days-38-39-seismic-waves-p-waves-vs-s-wav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2-days-38-39-seismic-waves-p-waves-vs-s-wav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2 · DAYS 38-39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Seismic Waves: P-waves vs S-waves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2 · Days 38-39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L2 Seismic Waves. Add it to your table of contents.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long Slinky twice. On the first, show a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P-wave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(bunched-up and spread-out coils). On the second, show an</a:t>
            </a:r>
            <a:pPr indent="0" marL="0"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S-wave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(wavy, side to side). Add arrows for the direction the wave travels and the direction the coils move.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and fill in the comparison chart from Slide 4.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39: write answers to the reading questions (Slide 5) under the chart.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 Now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2 · Days 38-39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earthquake happens, does everyone feel it at the same time? Why or why not?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Learning target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2 · Days 38-39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31620"/>
            <a:ext cx="868680" cy="8686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5316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325880"/>
            <a:ext cx="9311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how P-waves and S-waves travel differently through solids and liquids.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Slinky demo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2 · Days 38-39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3288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demo, then try it with a partner.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P-wave: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Stretch the Slinky on the floor. Push one end forward quickly. The coils</a:t>
            </a:r>
            <a:pPr indent="0" marL="0">
              <a:buNone/>
            </a:pPr>
            <a:r>
              <a:rPr lang="en-US" sz="24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squeeze and stretch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same direction the wave moves.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S-wave: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Shake one end</a:t>
            </a:r>
            <a:pPr indent="0" marL="0">
              <a:buNone/>
            </a:pPr>
            <a:r>
              <a:rPr lang="en-US" sz="2400" i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side to side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coils move across the direction the wave moves.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wave reached the other end first?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Compare the two waves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2 · Days 38-39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tricks: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 = Primary = first. S-waves Stop at liquids.</a:t>
            </a:r>
            <a:endParaRPr lang="en-US" sz="2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S-waves stop?</a:t>
            </a:r>
            <a:pPr indent="0" marL="0">
              <a:buNone/>
            </a:pPr>
            <a:r>
              <a:rPr lang="en-US" sz="2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Side-to-side shaking only works in stiff material that springs back. A liquid just flows out of the way.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34440"/>
          <a:ext cx="6522415" cy="914400"/>
        </p:xfrm>
        <a:graphic>
          <a:graphicData uri="http://schemas.openxmlformats.org/drawingml/2006/table">
            <a:tbl>
              <a:tblPr/>
              <a:tblGrid>
                <a:gridCol w="2174138"/>
                <a:gridCol w="2174138"/>
                <a:gridCol w="2174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P-wave (primary)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S-wave (secondary)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 (arrives first)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 (arrives second)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Travels through solids?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Travels through liquids?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Day 39: Reading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2 · Days 38-39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 15, Lesson 2: Seismic Waves and Earth's Interior (pp. 399-403)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Answer in your notebook: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seismograph?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wave arrives first at a seismograph, and why?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an S-wave when it reaches liquid?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seismic waves change speed and direction inside Earth?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2011680"/>
            <a:ext cx="2377440" cy="237744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32036" y="2178101"/>
            <a:ext cx="2044598" cy="204459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9975" y="2606040"/>
            <a:ext cx="1188720" cy="11887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9042" y="2915107"/>
            <a:ext cx="570586" cy="570586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CFA 3.1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Unit 3 CFA 3.1: P-waves vs S-waves (5 questions). If you score below a B, a review page for this target will open for you.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2: Seismic Waves: P-waves vs S-waves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