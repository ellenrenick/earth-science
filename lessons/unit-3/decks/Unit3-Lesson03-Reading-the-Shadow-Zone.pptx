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GLANCE: Two days. Day 40: color the shadow zone map from station data. Day 41: interpret the map, draw the core, write a CER, then CFA 3.2.
MATERIALS: Printed Shadow Zone Map (1 per student) and the teacher key (these are in the course GitHub repo; print from there); green, yellow, and red colored pencils; glue sticks; Chromebooks for CFA 3.2.
AGENDA (minutes):
Day 40: 5: Do Now: liquid, because S-waves can't travel through liquid.
10: Model how to read degrees on the map: 0° at the earthquake, both sides count up to 180°. Plot the 20° station together.
25: Pairs plot and color all stations on both sides, then shade the zones.
10: Gallery walk: does everyone's map look the same? Why is it symmetrical?
Day 41: 10: Go over the 3 rules. Ask: what would have to be inside Earth to make the yellow zone?
10: Students draw the liquid outer core. Show the key; discuss why the P-waves bending creates the red ring.
15: CER with frames.
15: CFA 3.2 on Canvas.
Teacher page: https://kernhigh.instructure.com/courses/300209/pages/teacher-unit-3-lesson-3-days-40-41-reading-the-shadow-zone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
Map: green 0°-100°, red 110°-135°, yellow 150°-180°, on both sides. The drawn core should block straight-line paths to the yellow zone.
CER: Claim: the outer core is liquid. Evidence: stations at 150°, 165°, 180° got P-waves but no S-waves; stations at 110°-135° got no waves. Reasoning: S-waves cannot travel through liquid, so they were stopped by the outer core; P-waves bend when they enter the core, so they miss the 110°-135° stations and make the shadow zone.
CFA 3.2 key: C and D (multi-select), D, C, B, A.
TEACHING NOTES:
- Real values: the P-wave shadow zone is about 104°-140° from the earthquake. S-waves are missing everywhere beyond about 104°.
- The core-mantle boundary is about 2,900 km deep. The key draws it to scale.
- Common misconception: "the earthquake wasn't strong enough to reach." Counter: the farthest stations (180°) still get P-waves.
- Inner core is solid (found by Lehmann in 1936 from faint P-waves inside the shadow zone). Mention it as an extension; it's not needed for the CER.
SUPPORTS: Pre-color the 20&amp;deg; dot on student maps. CER frames on the slide. Pair a strong reader with each student who needs support for the 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3-days-40-41-reading-the-shadow-z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3-days-40-41-reading-the-shadow-z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3-days-40-41-reading-the-shadow-z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3-days-40-41-reading-the-shadow-z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3-days-40-41-reading-the-shadow-z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3-days-40-41-reading-the-shadow-z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3-days-40-41-reading-the-shadow-z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3-days-40-41-reading-the-shadow-z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1051560"/>
            <a:ext cx="4754880" cy="475488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9657" y="1384402"/>
            <a:ext cx="4089197" cy="4089197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2240280"/>
            <a:ext cx="2377440" cy="2377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3670" y="2858414"/>
            <a:ext cx="1141171" cy="114117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3 · DAYS 40-41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Shadow Zone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</a:t>
            </a:r>
            <a:pPr indent="0" marL="0">
              <a:buNone/>
            </a:pPr>
            <a:r>
              <a:rPr lang="en-US" sz="1800" i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120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setup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3 · Days 40-41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78940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L3 Reading the Shadow Zone. Add it to your table of contents.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or tape your colored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Shadow Zone Map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page.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it, copy the station data table (Slide 3) and the 3 rules from Slide 4.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CER (Slide 5) at the bottom of the page.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808415" y="146304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37015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is your answer sheet.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date, and a table of contents entry on every page. Keep it neat; your teacher will check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 Now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3 · Days 40-41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station gets P-waves but no S-waves. Based on Lesson 2, what kind of material did the waves go through? How do you know?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Learning target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3 · Days 40-41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31620"/>
            <a:ext cx="868680" cy="8686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5316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1325880"/>
            <a:ext cx="9311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seismic wave data, including the shadow zone, to identify Earth's layers and which one is liquid.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Station data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3 · Days 40-41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4206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earthquake was recorded by stations all around the world. Distance is in degrees around Earth from the earthquake (0° = right at the earthquake, 180° = the exact opposite side).</a:t>
            </a:r>
            <a:endParaRPr lang="en-US" sz="2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Shadow Zone Map, color a dot at each distance on</a:t>
            </a:r>
            <a:pPr indent="0" marL="0"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both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sides of the circle. Then shade in each color zone.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34440"/>
          <a:ext cx="6522415" cy="914400"/>
        </p:xfrm>
        <a:graphic>
          <a:graphicData uri="http://schemas.openxmlformats.org/drawingml/2006/table">
            <a:tbl>
              <a:tblPr/>
              <a:tblGrid>
                <a:gridCol w="1630604"/>
                <a:gridCol w="1630604"/>
                <a:gridCol w="1630604"/>
                <a:gridCol w="1630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P-waves?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S-waves?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Make sense of the map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3 · Days 40-41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379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rules: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 and S): the waves only went through solid rock.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 only): the waves went through a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liquid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S-waves were stopped.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(nothing): the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shadow zone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P-waves bent (refracted) at the core and missed this area; S-waves were stopped.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draw: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circle inside Earth that would block S-waves from reaching every yellow station. Label it "liquid outer core."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CER: Which layer is liquid?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3 · Days 40-41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240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______ is liquid.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Stations at ______ recorded P-waves but no S-waves. Stations at ______ recorded no waves at all.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S-waves cannot travel through ______, so ______. P-waves bend when they enter the core, so ______.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2011680"/>
            <a:ext cx="2377440" cy="237744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32036" y="2178101"/>
            <a:ext cx="2044598" cy="204459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2606040"/>
            <a:ext cx="1188720" cy="11887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9042" y="2915107"/>
            <a:ext cx="570586" cy="570586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know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CFA 3.2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Unit 3 CFA 3.2: Seismic data reveals layers (5 questions). If you score below a B, a review page for this target will open for you.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Lesson 3: Reading the Shadow Zone</dc:title>
  <dc:subject>PptxGenJS Presentation</dc:subject>
  <dc:creator>PptxGenJS</dc:creator>
  <cp:lastModifiedBy>PptxGenJS</cp:lastModifiedBy>
  <cp:revision>1</cp:revision>
  <dcterms:created xsi:type="dcterms:W3CDTF">2026-10-01T20:16:15Z</dcterms:created>
  <dcterms:modified xsi:type="dcterms:W3CDTF">2026-10-01T20:16:15Z</dcterms:modified>
</cp:coreProperties>
</file>