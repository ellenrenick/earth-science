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GLANCE: Review day before the CSA (per the support plan): practice test in the same format, then stations. The practice test's Mastery Path opens the review (below a B) or the extension (A or B) once essays are graded.
MATERIALS: Chromebooks; Slinkys; extra Shadow Zone Maps; layer and convection-step cards; the class chart of Day 37 driving-question ideas.
AGENDA (minutes):
5: Do Now self-rating.
25: Practice test. Grade the two essays (P5, P13) during stations so the Mastery Path opens before Day 50.
15: Review stations (rotate by need, using CFA and practice results).
5: Driving question revisited; compare with the Day 37 class chart.
Teacher page: https://kernhigh.instructure.com/courses/300209/pages/teacher-unit-3-lesson-9-day-49-review-day-and-practice-test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
Practice test key and rubrics: see assessments/unit-3-practice-and-mastery-paths.md in the course repo.
TEACHING NOTES:
- Mastery Paths wait for the full practice-test score, so the two essays must be graded before students see their review/extension.
- If grading can't finish today, students work on the path assignment as a warm-up on Day 50 or as homework.
SUPPORTS: Send students to the station for their lowest target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9-day-49-review-day-and-practice-tes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9-day-49-review-day-and-practice-tes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9-day-49-review-day-and-practice-tes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9-day-49-review-day-and-practice-tes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9-day-49-review-day-and-practice-tes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9-day-49-review-day-and-practice-tes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1051560"/>
            <a:ext cx="4754880" cy="475488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69657" y="1384402"/>
            <a:ext cx="4089197" cy="4089197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5535" y="2240280"/>
            <a:ext cx="2377440" cy="2377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3670" y="2858414"/>
            <a:ext cx="1141171" cy="114117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9 · DAY 49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Day and Practice Test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</a:t>
            </a:r>
            <a:pPr indent="0" marL="0">
              <a:buNone/>
            </a:pPr>
            <a:r>
              <a:rPr lang="en-US" sz="1800" i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Earth, and why does it move?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120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setup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9 · Day 49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78940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L9 Review. Add it to your table of contents.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Re-rate yourself on all 5 targets on your targets page.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review station, write 1 thing you learned or fixed.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driving question on your cover page: answer it in 2-3 sentences.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808415" y="146304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37015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is your answer sheet.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date, and a table of contents entry on every page. Keep it neat; your teacher will check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 Now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9 · Day 49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yourself 1-4 on each Unit 3 target. Circle the one you'll focus on today.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Practice test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9 · Day 49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176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 3 Practice Test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Canvas. It looks just like the real CSA: 13 questions, including 2 written answers. After your teacher grades it, a review (C, D, or F) or an extension (A or B) will open for you.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Review stations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9 · Day 49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254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Slinky and hand-gesture quiz. P or S?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zone: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color a new station table and write a CER.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 layer cards in order and match properties.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4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and convection: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sequence the convection loop cards; name the 2 heat sources.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Driving question, revisited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9 · Day 49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Earth, and why does it move?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Answer it on your cover page using at least 4 vocabulary words.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Lesson 9: Review Day and Practice Test</dc:title>
  <dc:subject>PptxGenJS Presentation</dc:subject>
  <dc:creator>PptxGenJS</dc:creator>
  <cp:lastModifiedBy>PptxGenJS</cp:lastModifiedBy>
  <cp:revision>1</cp:revision>
  <dcterms:created xsi:type="dcterms:W3CDTF">2026-10-01T20:16:15Z</dcterms:created>
  <dcterms:modified xsi:type="dcterms:W3CDTF">2026-10-01T20:16:15Z</dcterms:modified>
</cp:coreProperties>
</file>