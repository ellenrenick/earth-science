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Launch day. Hook with the shadow zone, set up the Unit 3 notebook section, pre-teach the 10 vocabulary words with pictures (per the course support plan). No CFA today.
MATERIALS: Projector; a shadow zone diagram (textbook Module 15, Lesson 2 figure of seismic wave paths, or any labeled shadow zone image); optional: a watermelon or a wrapped box to shake for the Do Now.
AGENDA (minutes):
5: Do Now: watermelon question. Take 3-4 ideas (thump it, weigh it, X-ray, shake it). Connect: scientists 'thump' Earth with earthquakes.
8: Notebook setup: cover page with driving question + initial model drawing, targets page, table of contents.
10: Phenomenon: 12 km deepest hole vs 6,371 km radius. Show the shadow zone image with no labels first. Notice/Wonder chart; share out.
5: Driving question turn-and-talk. Record class ideas on chart paper to revisit on Day 49.
17: Vocabulary chart with pictures. Model 2-3 pictures; students finish in pairs. Quick gesture for P-wave (push-pull) and S-wave (side-to-side).
5: Exit ticket.
Teacher page: https://kernhigh.instructure.com/courses/300209/pages/teacher-unit-3-lesson-1-day-37-the-shadow-zone-mystery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No key. Look for exit tickets that name a layer or a material; note students who draw Earth as hollow or all lava, since these misconceptions come up again in Lessons 3-4.
TEACHING NOTES:
- The deepest hole is the Kola Superdeep Borehole (about 12 km). Gutenberg (1914) located the core boundary at about 2,900 km depth; Inge Lehmann (1936) found the solid inner core.
- Don't explain the shadow zone today. Students should leave with the question, not the answer. Lessons 2-3 resolve it.
- Expected wonders to collect: Why don't the waves reach? Is something blocking them? Is part of Earth hollow or liquid?
SUPPORTS: Sentence frames are on the slides. Pair students for the vocabulary pictures. Let students who are new to English label pictures in their home language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1-day-37-the-shadow-zone-myste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Shadow Zone Mystery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Unit 3 section.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page: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"Unit 3: Forces Beneath Our Feet." Write the driving question:</a:t>
            </a:r>
            <a:pPr indent="0" marL="0">
              <a:buNone/>
            </a:pPr>
            <a:r>
              <a:rPr lang="en-US" sz="20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inside Earth, and why does it move?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 a picture of what you</a:t>
            </a:r>
            <a:pPr indent="0" marL="0">
              <a:buNone/>
            </a:pPr>
            <a:r>
              <a:rPr lang="en-US" sz="20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think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inside Earth (it's OK to be wrong).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2"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targets page: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copy targets 3.1-3.5 from Slide 2. Leave a box next to each one to rate yourself 1-4 later.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3"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contents: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"Unit 3 cover," "Unit 3 targets," and "L1 Shadow Zone Mystery."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4"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page: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title "The Shadow Zone Mystery." Make a two-column chart:</a:t>
            </a:r>
            <a:pPr indent="0" marL="0">
              <a:buNone/>
            </a:pPr>
            <a:r>
              <a:rPr lang="en-US" sz="20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notice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</a:t>
            </a:r>
            <a:pPr indent="0" marL="0">
              <a:buNone/>
            </a:pPr>
            <a:r>
              <a:rPr lang="en-US" sz="20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wonder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Below it, the vocabulary chart from Slide 5.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watermelon. How could you figure out what's inside it</a:t>
            </a:r>
            <a:pPr indent="0" marL="0">
              <a:buNone/>
            </a:pPr>
            <a:r>
              <a:rPr lang="en-US" sz="3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cutting it open</a:t>
            </a:r>
            <a:pPr indent="0" marL="0"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List 2 ideas in your notebook.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Unit 3 learning targets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454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can describe how P-waves and S-waves travel differently through solids and liquids.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can use seismic wave data, including the shadow zone, to identify Earth's layers and which one is liquid.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can describe Earth's layers by composition, density, temperature, and state (solid or liquid).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can identify the two sources of Earth's internal heat: heat left from formation and radioactive decay.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can model how mantle convection moves heat and cycles rock between Earth's interior and surface.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phenomenon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hole humans have ever drilled is about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km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deep. Earth is about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6,371 km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center. We have never seen Earth's inside.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 1914, a scientist named Beno Gutenberg noticed something strange. When a big earthquake happens, seismographs all over the world record the shaking. But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 stations on the far side of Earth record nothing at all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"quiet" ring around the planet is called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shadow zone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will show a picture of the shadow zone.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Fill in your</a:t>
            </a:r>
            <a:pPr indent="0" marL="0">
              <a:buNone/>
            </a:pPr>
            <a:r>
              <a:rPr lang="en-US" sz="24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notice / I wonder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Driving question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89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talk: Why might earthquake waves NOT reach some places? Write your best guess under your chart. We will come back to it at the end of the unit.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Unit 3 vocabulary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chart. Draw a small picture for each word.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6522415" cy="914400"/>
        </p:xfrm>
        <a:graphic>
          <a:graphicData uri="http://schemas.openxmlformats.org/drawingml/2006/table">
            <a:tbl>
              <a:tblPr/>
              <a:tblGrid>
                <a:gridCol w="2174138"/>
                <a:gridCol w="2174138"/>
                <a:gridCol w="2174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Picture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Thin, solid, rocky outer layer we live 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 layer of hot solid rock that flows very slowly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of liquid iron and nickel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ball of iron and nickel at the center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seismic wave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of energy that travels through Earth after an earthquake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P-wave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seismic wave; push-pull motion; goes through solids and liquids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S-wave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seismic wave; side-to-side motion; goes through solids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matter is packed into a space (how "heavy for its size")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material rises, cool material sinks, making a loop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radioactive decay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elements breaking down and giving off heat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Exit ticket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1 · Day 37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pPr indent="0" marL="0">
              <a:buNone/>
            </a:pPr>
            <a:r>
              <a:rPr lang="en-US" sz="30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thing I think is inside Earth is ______ because ______.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1: The Shadow Zone Mystery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