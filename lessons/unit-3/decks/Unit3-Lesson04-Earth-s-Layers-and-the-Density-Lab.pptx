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One day. Density column lab, connect to Earth's layering, fill in the layers chart, then CFA 3.3.
MATERIALS: Per group (3-4 students): clear plastic cup; about 2 tbsp each of honey (or corn syrup), dish soap, water with food coloring, vegetable oil; a penny, a grape, a small plastic bead; paper towels. Chromebooks for CFA 3.3.
AGENDA (minutes):
5: Do Now prediction.
15: Density lab in groups. Circulate; remind students to pour slowly down the side.
5: Debrief: densest on the bottom. Where did the penny, grape, and bead stop, and why?
12: Connect to Earth: differentiation. Fill in the layers chart together; discuss the inner core puzzle.
13: CFA 3.3 on Canvas; groups clean up in rotation.
Teacher page: https://kernhigh.instructure.com/courses/300209/pages/teacher-unit-3-lesson-4-day-42-earths-layers-and-the-density-lab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Layers chart: Crust: rock, solid. Mantle: rock, solid that flows slowly, denser than crust, hot. Outer core: iron and nickel, liquid, denser, very hot. Inner core: iron and nickel, solid, most dense, hottest. Pattern: hotter and denser. Puzzle: the pressure is so great that the metal is squeezed into a solid.
CFA 3.3 key: A, B, C, D, B.
TEACHING NOTES:
- Typical densities (g/mL): honey about 1.4, dish soap about 1.06, water 1.0, vegetable oil about 0.92. The penny sinks to the bottom; the grape usually rests on the honey or soap; a plastic bead usually floats in or on the oil (depends on the plastic).
- Earth layers: crust 5-70 km thick (oceanic thin, continental thick); mantle to about 2,900 km; outer core 2,900-5,150 km; inner core 5,150-6,371 km. Inner core temperature is about 5,000-6,000 °C, similar to the sun's surface.
- The mantle is solid but flows over millions of years (plastic behavior). Some students will call it "magma"; correct this here, because Lesson 7 depends on it.
- Limitation to discuss: Earth's layers aren't liquids poured in a cup, and the mantle and crust are solid.
SUPPORTS: Pre-measure liquids into labeled cups for each group. Provide a word bank for the layers chart (rock, iron and nickel, solid, liquid, solid that flows slowly).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4-day-42-earths-layers-and-the-density-la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Earth's Layers and the Density Lab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L4 Density Lab and Earth's Layers.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section: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question, prediction, a labeled drawing of your density column, and your observations.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section: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draw a large circle cut in half (like a cut peach). Draw and label the 4 layers.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and fill in the layers chart from Slide 5.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pour honey, water, and oil into one cup, what do you think will happen? Draw your prediction.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Learning target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3162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316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32588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Earth's layers by composition, density, temperature, and state (solid or liquid).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Density lab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489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happens when liquids with different densities are put together?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 small amount of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honey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cup. Let it settle.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pour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dish soap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side of the cup.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pour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colored water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side.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pour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vegetable oil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side.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Gently drop in a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penny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grape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plastic bead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Where does each one stop?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label your column.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tasting. Clean spills right away (soap and oil are slippery).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Connect the lab to Earth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cup,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densest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material sank to the bottom and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least dense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floated on top.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Earth was young and very hot, the same thing happened. Heavy metals (iron and nickel) sank to the center. Lighter rock rose to the top. That's why Earth has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layers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Earth's layers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4 · Day 42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you go deeper, Earth gets ______ and ______.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inner core is the hottest layer. Why is it solid? (Hint: think about the weight of everything above it.)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44368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of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or liquid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dense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about 5-70 km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about 2,900 km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about 5,150 km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dense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hottest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6,371 km (center)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2011680"/>
            <a:ext cx="2377440" cy="237744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32036" y="2178101"/>
            <a:ext cx="2044598" cy="204459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2606040"/>
            <a:ext cx="1188720" cy="11887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9042" y="2915107"/>
            <a:ext cx="570586" cy="570586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CFA 3.3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Unit 3 CFA 3.3: Describe Earth's layers (5 questions). If you score below a B, a review page for this target will open for you.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4: Earth's Layers and the Density Lab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